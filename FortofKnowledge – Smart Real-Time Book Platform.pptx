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3110-9BF5-03A2-F8CA-A4970A2DF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1882-9D13-ADCC-E920-9FFEC6466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B8706-650C-D3EF-9F54-FA9B66E0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21280-D97F-1D55-8EF2-1CE62B3A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7D4B6-94F9-A7CC-B9DC-B79F8FD2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0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D7A1-5FEE-5802-534F-AC6C3CD3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C4D65-9577-D3CA-C50E-3752EC9B4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62DA9-EE6B-6C40-5BCD-16C99DF8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CF318-1B4C-D735-C416-E887ABA0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29C63-3B63-8276-E9B9-24B72066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C36F-DBE1-3CB0-375A-67CED5AAF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67048-121D-58D7-60F5-54860DB2D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F128F-1DB5-4857-E397-E538C855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67DB-8EF2-D582-7C48-C5910848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EBB4-D7A9-713F-4A77-824E7A7C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D32B-8BF6-CC25-81D5-CDF078F6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67652-1D5B-769C-0BC9-B7AB8C8BB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A9343-D298-0D12-5561-B2A43EEAA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D4E42-F360-47BA-FE4F-E02330FC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9E185-CD8A-9987-43A3-94C1902A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5A26-3E71-9012-9CA8-5D4CE93D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8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9B38-4CD6-363E-20C1-375465B1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7188C-BD6E-B75C-5C5D-0DF5CD38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99068-D33C-89A9-6B33-E865546BC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CB881-68D2-3D5B-4E26-52E7A73DE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56C872-63D3-A6CF-4E7F-788869C2A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326EB-2C86-14C2-2F4C-4E4870FD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DF099F-116F-11FF-F919-604C9704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09609-0329-812A-EF38-2309AD60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3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1CE64-1058-E754-7B4C-0F51E71D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3EEFE-6054-FB1B-75E2-3946A5C6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0DEF1-DF89-0C66-511C-FC0E7BE2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72273-B29E-9F00-B1C0-585F4639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5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AEE57-9E1A-7F01-F197-4835A49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7108C-4A31-ADBC-5827-2650FACF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8F3DA-F8B7-68A9-1505-317A23BC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3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234F-C47B-E153-DCD3-277B0DAB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90EB1-444E-536B-3383-308229849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297E-DDE4-0CD8-CD72-0293D42E9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B276E-F733-1178-9435-CC655AC3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39D88-28BE-736E-4EC4-5F519C1B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03F44-C232-5546-8882-9C0D000B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4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CB46-A9F6-FC43-1944-5BC16A04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5D79C-012B-3273-C1A3-7B37A0409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B08DA-1AFD-A604-AE34-65E490561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5346D-86BC-C8FE-497A-A06BFBC1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A2402-13FB-F00D-1251-A7F1196B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2A87F-73A2-C1A5-5A96-025C52EF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0DCF-7C16-BF0D-6DB5-95300EFD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193D2-FBFB-A28B-8351-F9C3082E5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DBC61-1312-FAA1-DAC2-33D19300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DA325-B76B-7F9A-14D9-C1B472DA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3FD23-91BD-14FF-8C51-6FE85A2E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2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F9513A-D4F3-3D7E-0DA1-AB25B730D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7A9A3-96A5-7B65-8CA5-04E7AA139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D9CD9-4BDC-6F48-FA17-1D9C8F27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E151C-C20D-BC90-955E-640152F90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7C51C-55A1-9FCE-4302-56BCE1B6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6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F0CE6F-DED4-C3BC-80B6-910BB228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10EB-E947-4F3B-B6D6-96B5293F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E37EB-5EEC-2253-BB96-29C5161D4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37F26-3BA1-42E9-A69A-2BCC072F75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B5D50-E397-F3AF-DA36-8352951A9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8CAE-9626-5819-B633-5155F5B3D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8C97A-BCD9-42AD-9825-E3A3CAF0D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5AEE-8A42-9BDF-CE1C-293C794A4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56" y="117476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FortofKnowledge</a:t>
            </a:r>
            <a:r>
              <a:rPr lang="en-US" b="1" dirty="0"/>
              <a:t> – Smart Real-Time Book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71087-29FE-25E5-2D24-03077D651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608" y="2788920"/>
            <a:ext cx="9963912" cy="2579306"/>
          </a:xfrm>
        </p:spPr>
        <p:txBody>
          <a:bodyPr/>
          <a:lstStyle/>
          <a:p>
            <a:pPr algn="just"/>
            <a:r>
              <a:rPr lang="en-US" dirty="0" err="1"/>
              <a:t>FortofKnowledge</a:t>
            </a:r>
            <a:r>
              <a:rPr lang="en-US" dirty="0"/>
              <a:t> is a modern book platform designed to provide a secure, fast, and real-time experience. It improves how users search, explore, and purchase books by using modern technologies and efficient system design.</a:t>
            </a:r>
          </a:p>
        </p:txBody>
      </p:sp>
    </p:spTree>
    <p:extLst>
      <p:ext uri="{BB962C8B-B14F-4D97-AF65-F5344CB8AC3E}">
        <p14:creationId xmlns:p14="http://schemas.microsoft.com/office/powerpoint/2010/main" val="114110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3639-AA2F-DFFB-F9CB-AFD248483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664" y="368200"/>
            <a:ext cx="9144000" cy="1114235"/>
          </a:xfrm>
        </p:spPr>
        <p:txBody>
          <a:bodyPr/>
          <a:lstStyle/>
          <a:p>
            <a:r>
              <a:rPr lang="en-US" dirty="0"/>
              <a:t> Problem &amp;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E8410-8B9B-7AB5-387E-8EC50C604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487168"/>
            <a:ext cx="11228832" cy="377647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many existing systems, book platforms are slow and do not provide real-time updates. Users face delays while searching for books, placing orders, and tracking them, which leads to a poor user experience.</a:t>
            </a:r>
          </a:p>
          <a:p>
            <a:pPr algn="just"/>
            <a:r>
              <a:rPr lang="en-US" sz="2800" dirty="0"/>
              <a:t>To solve this, we developed a system that is fast, secure, and easy to use. Our platform ensures smooth performance, better security, and instant updates for users.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6142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AD01A-4801-FA16-3768-EB7D8F322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338328"/>
            <a:ext cx="9144000" cy="986219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6CCDD-E6AE-8973-12D4-375877D3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712" y="1719072"/>
            <a:ext cx="10247376" cy="184708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Our system follows a client-server architecture. The frontend is built using React to provide a responsive and interactive user interface. The backend is developed using Node.js and Express to handle business logic and APIs. SQLite is used as a lightweight database, and Socket.io enables real-time communication.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716E6-5D44-0342-08E9-3E6696C9A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3643741"/>
            <a:ext cx="6242942" cy="30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63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4A21-ED59-E6F4-525B-29808FCD2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696" y="412813"/>
            <a:ext cx="9144000" cy="1187387"/>
          </a:xfrm>
        </p:spPr>
        <p:txBody>
          <a:bodyPr/>
          <a:lstStyle/>
          <a:p>
            <a:r>
              <a:rPr lang="en-US" dirty="0"/>
              <a:t>Tech Stack &amp;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207A0-34F2-39CF-8490-69B681771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11680"/>
            <a:ext cx="9144000" cy="32461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We used modern technologies like React and Tailwind CSS for the frontend, and Node.js with Express for the backend. SQLite is used for database management.</a:t>
            </a:r>
          </a:p>
          <a:p>
            <a:pPr algn="just"/>
            <a:r>
              <a:rPr lang="en-US" dirty="0"/>
              <a:t>For security, we use </a:t>
            </a:r>
            <a:r>
              <a:rPr lang="en-US" dirty="0" err="1"/>
              <a:t>BCrypt</a:t>
            </a:r>
            <a:r>
              <a:rPr lang="en-US" dirty="0"/>
              <a:t> to hash passwords securely and JWT for authentication. These techniques ensure that user data is protected and only authorized users can access the system.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7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8BE-0642-DECB-C3BC-77884BD1C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996" y="99887"/>
            <a:ext cx="8446008" cy="1655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Performance &amp; Design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959AC-CFFB-5675-04C6-6A16BB524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632" y="1755649"/>
            <a:ext cx="10972800" cy="350215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improve performance, we implemented debouncing to reduce unnecessary API calls during search operations. We also use indexing in the database to speed up data retrieval.</a:t>
            </a:r>
          </a:p>
          <a:p>
            <a:pPr algn="just"/>
            <a:r>
              <a:rPr lang="en-US" dirty="0"/>
              <a:t>We applied design patterns such as the Observer pattern for real-time updates, middleware for secure request handling, and </a:t>
            </a:r>
            <a:r>
              <a:rPr lang="en-US" dirty="0" err="1"/>
              <a:t>React’s</a:t>
            </a:r>
            <a:r>
              <a:rPr lang="en-US" dirty="0"/>
              <a:t> Virtual DOM for efficient UI rendering.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7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A46F-D8C5-481A-786A-367A26E8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848" y="210311"/>
            <a:ext cx="9144000" cy="1013651"/>
          </a:xfrm>
        </p:spPr>
        <p:txBody>
          <a:bodyPr/>
          <a:lstStyle/>
          <a:p>
            <a:r>
              <a:rPr lang="en-US" dirty="0"/>
              <a:t>Features &amp; Real-Time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4D87A-90D2-EBC8-F4E4-19C59AF29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784" y="1746504"/>
            <a:ext cx="11426952" cy="3511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Our platform provides features for both users and admins. Users can log in, search books, add items to cart, and place orders. Admins can manage books, users, and orders through a dashboard.</a:t>
            </a:r>
          </a:p>
          <a:p>
            <a:pPr algn="just"/>
            <a:r>
              <a:rPr lang="en-US" dirty="0"/>
              <a:t>The key highlight is real-time updates. When a user places an order, stock updates instantly and the admin receives a live notification without refreshing the page.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7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FortofKnowledge – Smart Real-Time Book Platform</vt:lpstr>
      <vt:lpstr> Problem &amp; Solution</vt:lpstr>
      <vt:lpstr>Architecture</vt:lpstr>
      <vt:lpstr>Tech Stack &amp; Security</vt:lpstr>
      <vt:lpstr>Performance &amp; Design </vt:lpstr>
      <vt:lpstr>Features &amp; Real-Time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Nagaraju Mudhiraj</dc:creator>
  <cp:lastModifiedBy>Nagaraju Mudhiraj</cp:lastModifiedBy>
  <cp:revision>1</cp:revision>
  <dcterms:created xsi:type="dcterms:W3CDTF">2026-03-25T08:29:24Z</dcterms:created>
  <dcterms:modified xsi:type="dcterms:W3CDTF">2026-03-25T08:29:24Z</dcterms:modified>
</cp:coreProperties>
</file>